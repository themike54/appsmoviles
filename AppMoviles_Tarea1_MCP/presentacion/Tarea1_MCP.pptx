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23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-3200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DESARROLLO DE APLICACIONES MÓVILES NATIVAS · TAREA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y API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487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e implementación de un servidor MCP de sistema de archivos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4754880" cy="10058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3200400"/>
            <a:ext cx="54864" cy="1005840"/>
          </a:xfrm>
          <a:prstGeom prst="rect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32004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 Rodríguez Candelario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 2024630606  ·  Grupo 7CV4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Gabriel Hurtado Avilés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Y SISTEMA DE ARCHIVOS · TAREA 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21040" y="4914900"/>
            <a:ext cx="82296" cy="82296"/>
          </a:xfrm>
          <a:prstGeom prst="ellipse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4818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1498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es una API? ¿Qué es MCP?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28216"/>
            <a:ext cx="3931920" cy="26060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28216"/>
            <a:ext cx="54864" cy="2606040"/>
          </a:xfrm>
          <a:prstGeom prst="rect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11096"/>
            <a:ext cx="420624" cy="420624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9" y="2003633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92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1579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Programming Interface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1248" y="2514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que define cómo dos programas se comunican: qué operaciones ofrece un servicio, qué datos recibe y qué devuelve, sin exponer su implementación interna.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34015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entre programas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consume con peticiones a endpoints (p. ej. HTTP)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728216"/>
            <a:ext cx="3931920" cy="26060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728216"/>
            <a:ext cx="54864" cy="2606040"/>
          </a:xfrm>
          <a:prstGeom prst="rect">
            <a:avLst/>
          </a:prstGeom>
          <a:solidFill>
            <a:srgbClr val="A8ABB1"/>
          </a:solidFill>
          <a:ln w="12700">
            <a:solidFill>
              <a:srgbClr val="A8ABB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9472" y="1911096"/>
            <a:ext cx="420624" cy="420624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009" y="200363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892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86400" y="21579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Context Protocol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956048" y="2514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abierto que estandariza cómo una aplicación de IA se conecta a servidores que exponen capacidades para que un modelo las use.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956048" y="34015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</a:t>
            </a:r>
            <a:r>
              <a:rPr lang="en-US" sz="12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</a:t>
            </a:r>
            <a:r>
              <a:rPr lang="en-US" sz="12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· cliente · servidor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Primitivas: </a:t>
            </a:r>
            <a:r>
              <a:rPr lang="en-US" sz="12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resources · prompts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Y SISTEMA DE ARCHIVOS · TAREA 1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8321040" y="4914900"/>
            <a:ext cx="82296" cy="82296"/>
          </a:xfrm>
          <a:prstGeom prst="ellipse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458200" y="4818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funciona una API vs. MCP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234440"/>
          </a:xfrm>
          <a:prstGeom prst="rect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71600"/>
            <a:ext cx="768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08760" y="1371600"/>
            <a:ext cx="1565910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499616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36776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B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36776" y="1883664"/>
            <a:ext cx="134645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consulta la documentación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20390" y="1988820"/>
            <a:ext cx="18288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48990" y="1371600"/>
            <a:ext cx="1565910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7006" y="1499616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7006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B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7006" y="1883664"/>
            <a:ext cx="134645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 la llamada al endpoint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60620" y="1988820"/>
            <a:ext cx="18288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89220" y="1371600"/>
            <a:ext cx="1565910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7236" y="1499616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7236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B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17236" y="1883664"/>
            <a:ext cx="134645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ejecución, la app envía la petición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00850" y="1988820"/>
            <a:ext cx="18288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29450" y="1371600"/>
            <a:ext cx="1565910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7466" y="1499616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7466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B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57466" y="1883664"/>
            <a:ext cx="134645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procesa y devuelve la respuesta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2770632"/>
            <a:ext cx="822960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2770632"/>
            <a:ext cx="54864" cy="1234440"/>
          </a:xfrm>
          <a:prstGeom prst="rect">
            <a:avLst/>
          </a:prstGeom>
          <a:solidFill>
            <a:srgbClr val="A8ABB1"/>
          </a:solidFill>
          <a:ln w="12700">
            <a:solidFill>
              <a:srgbClr val="A8AB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2770632"/>
            <a:ext cx="768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508760" y="2770632"/>
            <a:ext cx="1197864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36776" y="2898648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36776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36776" y="3282696"/>
            <a:ext cx="9784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obtiene el catálogo </a:t>
            </a:r>
            <a:r>
              <a:rPr lang="en-US" sz="95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tools/list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52344" y="3387852"/>
            <a:ext cx="18288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80944" y="2770632"/>
            <a:ext cx="1197864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0" y="2898648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108960" y="3282696"/>
            <a:ext cx="9784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hace una petición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24528" y="3387852"/>
            <a:ext cx="18288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453128" y="2770632"/>
            <a:ext cx="1197864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1144" y="2898648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81144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81144" y="3282696"/>
            <a:ext cx="9784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</a:t>
            </a:r>
            <a:r>
              <a:rPr lang="en-US" sz="105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</a:t>
            </a:r>
            <a:r>
              <a:rPr lang="en-US" sz="10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herramienta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96712" y="3387852"/>
            <a:ext cx="18288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925312" y="2770632"/>
            <a:ext cx="1197864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53328" y="2898648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53328" y="3282696"/>
            <a:ext cx="9784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la invoca </a:t>
            </a:r>
            <a:r>
              <a:rPr lang="en-US" sz="95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tools/call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68896" y="3387852"/>
            <a:ext cx="18288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397496" y="2770632"/>
            <a:ext cx="1197864" cy="123444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25512" y="2898648"/>
            <a:ext cx="292608" cy="292608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25512" y="3282696"/>
            <a:ext cx="9784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ejecuta y devuelve el resultado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</a:t>
            </a:r>
            <a:r>
              <a:rPr lang="en-US" sz="13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se fija al programar.</a:t>
            </a:r>
            <a:r>
              <a:rPr lang="en-US" sz="1300" b="1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MCP: </a:t>
            </a:r>
            <a:r>
              <a:rPr lang="en-US" sz="130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se elige al ejecutar.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Y SISTEMA DE ARCHIVOS · TAREA 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321040" y="4914900"/>
            <a:ext cx="82296" cy="82296"/>
          </a:xfrm>
          <a:prstGeom prst="ellipse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58200" y="4818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Y 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no sustituye a las APIs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29968"/>
            <a:ext cx="8046720" cy="187452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EJEMPLO: REGISTRAR UN USUARIO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2487168"/>
            <a:ext cx="969264" cy="475488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248716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8064" y="2724912"/>
            <a:ext cx="2532888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80944" y="2505456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petición directa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76672" y="2487168"/>
            <a:ext cx="969264" cy="475488"/>
          </a:xfrm>
          <a:prstGeom prst="rect">
            <a:avLst/>
          </a:prstGeom>
          <a:solidFill>
            <a:srgbClr val="1C1E21"/>
          </a:solidFill>
          <a:ln w="15875">
            <a:solidFill>
              <a:srgbClr val="A8AB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248716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POST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91656" y="2724912"/>
            <a:ext cx="13716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74536" y="2487168"/>
            <a:ext cx="969264" cy="475488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4536" y="248716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24871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y predecible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2644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MCP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3264408"/>
            <a:ext cx="969264" cy="475488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326440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98064" y="3502152"/>
            <a:ext cx="13716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80944" y="3264408"/>
            <a:ext cx="969264" cy="475488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80944" y="326440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95928" y="3502152"/>
            <a:ext cx="13716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78808" y="3264408"/>
            <a:ext cx="969264" cy="475488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78808" y="326440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93792" y="3502152"/>
            <a:ext cx="13716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76672" y="3264408"/>
            <a:ext cx="969264" cy="475488"/>
          </a:xfrm>
          <a:prstGeom prst="rect">
            <a:avLst/>
          </a:prstGeom>
          <a:solidFill>
            <a:srgbClr val="1C1E21"/>
          </a:solidFill>
          <a:ln w="15875">
            <a:solidFill>
              <a:srgbClr val="A8AB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326440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POST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91656" y="3502152"/>
            <a:ext cx="137160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74536" y="3264408"/>
            <a:ext cx="969264" cy="475488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326440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18120" y="326440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pasos, latencia y costo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Y SISTEMA DE ARCHIVOS · TAREA 1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8321040" y="4914900"/>
            <a:ext cx="82296" cy="82296"/>
          </a:xfrm>
          <a:prstGeom prst="ellipse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8458200" y="4818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CAMBIO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9496" y="9326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qué cambia cómo desarrollamos software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9496" y="1645920"/>
            <a:ext cx="2590800" cy="1344168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1645920"/>
            <a:ext cx="54864" cy="1344168"/>
          </a:xfrm>
          <a:prstGeom prst="rect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792224"/>
            <a:ext cx="365760" cy="365760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1872691"/>
            <a:ext cx="204826" cy="204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7864" y="1755648"/>
            <a:ext cx="1840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APIs se quedan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8952" y="2267712"/>
            <a:ext cx="222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flujos fijos (login, registro) se programan directamente contra la API.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7456" y="1645920"/>
            <a:ext cx="2590800" cy="1344168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7456" y="1645920"/>
            <a:ext cx="54864" cy="1344168"/>
          </a:xfrm>
          <a:prstGeom prst="rect">
            <a:avLst/>
          </a:prstGeom>
          <a:solidFill>
            <a:srgbClr val="A8ABB1"/>
          </a:solidFill>
          <a:ln w="12700">
            <a:solidFill>
              <a:srgbClr val="A8ABB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68624" y="1792224"/>
            <a:ext cx="365760" cy="365760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091" y="1872691"/>
            <a:ext cx="204826" cy="2048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25824" y="1755648"/>
            <a:ext cx="1840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agrega un servidor MCP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86912" y="2267712"/>
            <a:ext cx="222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puede ofrecer, además, un servidor MCP que envuelve su API.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95416" y="1645920"/>
            <a:ext cx="2590800" cy="1344168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95416" y="1645920"/>
            <a:ext cx="54864" cy="1344168"/>
          </a:xfrm>
          <a:prstGeom prst="rect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96584" y="1792224"/>
            <a:ext cx="365760" cy="365760"/>
          </a:xfrm>
          <a:prstGeom prst="ellipse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051" y="1872691"/>
            <a:ext cx="204826" cy="2048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53784" y="1755648"/>
            <a:ext cx="1840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modelo decide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214872" y="2267712"/>
            <a:ext cx="222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herramienta usar se resuelve en tiempo de ejecución, según la petición.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39496" y="3127248"/>
            <a:ext cx="8046720" cy="1097280"/>
          </a:xfrm>
          <a:prstGeom prst="rect">
            <a:avLst/>
          </a:prstGeom>
          <a:solidFill>
            <a:srgbClr val="17181B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68096" y="3200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 HIPOTÉTICO · </a:t>
            </a:r>
            <a:r>
              <a:rPr lang="en-US" sz="1100" i="1" dirty="0">
                <a:solidFill>
                  <a:srgbClr val="D9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“¿Tengo tareas que vencen hoy?”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68096" y="3566160"/>
            <a:ext cx="1645920" cy="548640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68096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la pregunta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2478024" y="3840480"/>
            <a:ext cx="237744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2779776" y="3566160"/>
            <a:ext cx="1645920" cy="548640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779776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herramienta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4489704" y="3840480"/>
            <a:ext cx="237744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4791456" y="3566160"/>
            <a:ext cx="1645920" cy="548640"/>
          </a:xfrm>
          <a:prstGeom prst="rect">
            <a:avLst/>
          </a:prstGeom>
          <a:solidFill>
            <a:srgbClr val="1C1E21"/>
          </a:solidFill>
          <a:ln w="9525">
            <a:solidFill>
              <a:srgbClr val="2B2E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91456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Classroom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501384" y="3840480"/>
            <a:ext cx="237744" cy="0"/>
          </a:xfrm>
          <a:prstGeom prst="line">
            <a:avLst/>
          </a:prstGeom>
          <a:noFill/>
          <a:ln w="15875">
            <a:solidFill>
              <a:srgbClr val="6B717A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6803136" y="3566160"/>
            <a:ext cx="1645920" cy="548640"/>
          </a:xfrm>
          <a:prstGeom prst="rect">
            <a:avLst/>
          </a:prstGeom>
          <a:solidFill>
            <a:srgbClr val="1C1E21"/>
          </a:solidFill>
          <a:ln w="15875">
            <a:solidFill>
              <a:srgbClr val="A8ABB1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803136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Classroom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de siempre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A8A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Y SISTEMA DE ARCHIVOS · TAREA 1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8321040" y="4914900"/>
            <a:ext cx="82296" cy="82296"/>
          </a:xfrm>
          <a:prstGeom prst="ellipse">
            <a:avLst/>
          </a:prstGeom>
          <a:solidFill>
            <a:srgbClr val="6B717A"/>
          </a:solidFill>
          <a:ln w="12700">
            <a:solidFill>
              <a:srgbClr val="6B717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458200" y="4818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B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422</Words>
  <Application>Microsoft Office PowerPoint</Application>
  <PresentationFormat>On-screen Show (16:9)</PresentationFormat>
  <Paragraphs>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y sistema de archivos</dc:title>
  <dc:subject>PptxGenJS Presentation</dc:subject>
  <dc:creator>Miguel Ángel Rodríguez Candelario</dc:creator>
  <cp:lastModifiedBy>Miguel Angel Rodriguez</cp:lastModifiedBy>
  <cp:revision>3</cp:revision>
  <dcterms:created xsi:type="dcterms:W3CDTF">2026-09-16T22:20:26Z</dcterms:created>
  <dcterms:modified xsi:type="dcterms:W3CDTF">2026-09-20T06:13:08Z</dcterms:modified>
</cp:coreProperties>
</file>